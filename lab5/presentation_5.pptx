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40"/>
  </p:normalViewPr>
  <p:slideViewPr>
    <p:cSldViewPr snapToGrid="0" snapToObjects="1">
      <p:cViewPr varScale="1">
        <p:scale>
          <a:sx n="87" d="100"/>
          <a:sy n="87" d="100"/>
        </p:scale>
        <p:origin x="182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439" y="1646237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 err="1"/>
              <a:t>Эксплуатация</a:t>
            </a:r>
            <a:r>
              <a:rPr dirty="0"/>
              <a:t> </a:t>
            </a:r>
            <a:r>
              <a:rPr dirty="0" err="1"/>
              <a:t>уязвимостей</a:t>
            </a:r>
            <a:r>
              <a:rPr dirty="0"/>
              <a:t> Microsoft Exchange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0439" y="3165004"/>
            <a:ext cx="149342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 </a:t>
            </a:r>
            <a:r>
              <a:rPr dirty="0" err="1"/>
              <a:t>Цель</a:t>
            </a:r>
            <a:r>
              <a:rPr dirty="0"/>
              <a:t> </a:t>
            </a:r>
            <a:r>
              <a:rPr dirty="0" err="1"/>
              <a:t>работы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3719543"/>
            <a:ext cx="80673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dirty="0" err="1"/>
              <a:t>Получение</a:t>
            </a:r>
            <a:r>
              <a:rPr dirty="0"/>
              <a:t> </a:t>
            </a:r>
            <a:r>
              <a:rPr dirty="0" err="1"/>
              <a:t>флага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почтового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Microsoft Exchange, </a:t>
            </a:r>
            <a:r>
              <a:rPr dirty="0" err="1"/>
              <a:t>расположенного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внешнем</a:t>
            </a:r>
            <a:r>
              <a:rPr dirty="0"/>
              <a:t> </a:t>
            </a:r>
            <a:r>
              <a:rPr dirty="0" err="1"/>
              <a:t>периметре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Исходные 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- </a:t>
            </a:r>
            <a:r>
              <a:rPr dirty="0" err="1"/>
              <a:t>Целевая</a:t>
            </a:r>
            <a:r>
              <a:rPr dirty="0"/>
              <a:t> </a:t>
            </a:r>
            <a:r>
              <a:rPr dirty="0" err="1"/>
              <a:t>подсеть</a:t>
            </a:r>
            <a:r>
              <a:rPr dirty="0"/>
              <a:t>: 195.239.174.0/24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- </a:t>
            </a:r>
            <a:r>
              <a:rPr dirty="0" err="1"/>
              <a:t>Предполагаемый</a:t>
            </a:r>
            <a:r>
              <a:rPr dirty="0"/>
              <a:t> </a:t>
            </a:r>
            <a:r>
              <a:rPr dirty="0" err="1"/>
              <a:t>сервис</a:t>
            </a:r>
            <a:r>
              <a:rPr dirty="0"/>
              <a:t>: Microsoft Exchange Server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Разведка сети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Сканирование сети с помощью nmap для поиска открытых портов.</a:t>
            </a:r>
          </a:p>
        </p:txBody>
      </p:sp>
      <p:pic>
        <p:nvPicPr>
          <p:cNvPr id="4" name="Picture 3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920240"/>
            <a:ext cx="5486400" cy="48452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Обнаружение Exchange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Наличие веб-интерфейса Outlook Web App.</a:t>
            </a:r>
          </a:p>
        </p:txBody>
      </p:sp>
      <p:pic>
        <p:nvPicPr>
          <p:cNvPr id="4" name="Picture 3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920240"/>
            <a:ext cx="5486400" cy="34592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Определение версии Exchange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Получение информации о версии сервера.</a:t>
            </a:r>
          </a:p>
        </p:txBody>
      </p:sp>
      <p:pic>
        <p:nvPicPr>
          <p:cNvPr id="4" name="Picture 3" descr="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920240"/>
            <a:ext cx="5486400" cy="34459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Используемые уязвимости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- ProxyShell (CVE-2021-31207, CVE-2021-34523, CVE-2021-34473)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- ProxyLogon (CVE-2021-26855, CVE-2021-27065)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Эксплуатация ProxyShell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Использование модуля Metasploit.</a:t>
            </a:r>
          </a:p>
        </p:txBody>
      </p:sp>
      <p:pic>
        <p:nvPicPr>
          <p:cNvPr id="4" name="Picture 3" descr="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920240"/>
            <a:ext cx="5486400" cy="33271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Получение флага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Чтение файла flag_for_red_team.txt.</a:t>
            </a:r>
          </a:p>
        </p:txBody>
      </p:sp>
      <p:pic>
        <p:nvPicPr>
          <p:cNvPr id="4" name="Picture 3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920240"/>
            <a:ext cx="5486400" cy="4671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- Сервер уязвим к критическим 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- Получен полный доступ к системе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116</Words>
  <Application>Microsoft Macintosh PowerPoint</Application>
  <PresentationFormat>On-screen Show (4:3)</PresentationFormat>
  <Paragraphs>22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Эксплуатация уязвимостей Microsoft Exchange Server</vt:lpstr>
      <vt:lpstr>Исходные данные</vt:lpstr>
      <vt:lpstr>Разведка сети</vt:lpstr>
      <vt:lpstr>Обнаружение Exchange Server</vt:lpstr>
      <vt:lpstr>Определение версии Exchange</vt:lpstr>
      <vt:lpstr>Используемые уязвимости</vt:lpstr>
      <vt:lpstr>Эксплуатация ProxyShell</vt:lpstr>
      <vt:lpstr>Получение флага</vt:lpstr>
      <vt:lpstr>Выводы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Эксплуатация уязвимостей Microsoft Exchange Server</dc:title>
  <dc:subject/>
  <dc:creator/>
  <cp:keywords/>
  <dc:description>generated using python-pptx</dc:description>
  <cp:lastModifiedBy>Апареев Дмитрий Андреевич</cp:lastModifiedBy>
  <cp:revision>2</cp:revision>
  <dcterms:created xsi:type="dcterms:W3CDTF">2013-01-27T09:14:16Z</dcterms:created>
  <dcterms:modified xsi:type="dcterms:W3CDTF">2025-12-18T22:36:42Z</dcterms:modified>
  <cp:category/>
</cp:coreProperties>
</file>